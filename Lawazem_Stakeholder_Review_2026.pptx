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Growth Index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Q1 2021</c:v>
                  </c:pt>
                  <c:pt idx="1">
                    <c:v>Q2 2021</c:v>
                  </c:pt>
                  <c:pt idx="2">
                    <c:v>Q3 2021</c:v>
                  </c:pt>
                  <c:pt idx="3">
                    <c:v>Q4 2021</c:v>
                  </c:pt>
                  <c:pt idx="4">
                    <c:v>Q1 2022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145</c:v>
                </c:pt>
                <c:pt idx="2">
                  <c:v>210</c:v>
                </c:pt>
                <c:pt idx="3">
                  <c:v>290</c:v>
                </c:pt>
                <c:pt idx="4">
                  <c:v>380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LAWAZEM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240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Procurement Platform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Stakeholder Review  · 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4709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7432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25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Strength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87452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Lawazem is a full-suite B2B procurement SaaS covering catalog, approvals, analytics and logistics — purpose-built for Saudi enterprises.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60120"/>
            <a:ext cx="274320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325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Pricing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187452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prices carry a 10–15% markup vs. retail. This is offset by free 1-day delivery, procurement controls and consolidated invoicing.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60120"/>
            <a:ext cx="2743200" cy="256032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325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Segment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187452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 for mid-to-large companies (banks, hospitals, government) with high-volume, multi-location procurement needs.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at a Glance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011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Clients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23591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Banks, hospitals, govt agencies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0592" y="960120"/>
            <a:ext cx="2011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10972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50592" y="1920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Growth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50592" y="23591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in 2021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26864" y="960120"/>
            <a:ext cx="2011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10972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$1.3M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626864" y="1920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Funding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26864" y="23591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April 2022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03136" y="960120"/>
            <a:ext cx="20116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03136" y="10972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803136" y="1920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Fast 50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03136" y="23591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Rising Star</a:t>
            </a:r>
            <a:endParaRPr lang="en-US" sz="10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274320" y="3246120"/>
          <a:ext cx="859536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Features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1170432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207008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11704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Catalog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8912" y="175564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brands across stationery, groceries, IT and AV — one platform, one invoice.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182112" y="9144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46704" y="1170432"/>
            <a:ext cx="475488" cy="475488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207008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0" y="11704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Controls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46704" y="175564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approvals, cost-center budgets, delegated buying roles and RFQ workflows.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89904" y="91440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54496" y="1170432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207008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39712" y="11704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Reporting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54496" y="175564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spend dashboards, branch-level tagging and executive reports to enforce policy.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290779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38912" y="3163824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200400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24128" y="31638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1-Day Delivery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38912" y="37490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Next-day delivery guaranteed to all business locations at no extra cost.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182112" y="290779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346704" y="3163824"/>
            <a:ext cx="475488" cy="475488"/>
          </a:xfrm>
          <a:prstGeom prst="ellipse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200400"/>
            <a:ext cx="402336" cy="40233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31920" y="31638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Payment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346704" y="37490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Card, PO or 30-day BNPL — consolidated billing across all orders.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089904" y="290779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54496" y="3163824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3200400"/>
            <a:ext cx="402336" cy="40233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39712" y="31638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Value-Added Services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254496" y="37490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gifts, event planning, hospitality and global concierge procurement.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06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17373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Spend: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54480" y="17373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SAR 5K / mo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17627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54480" y="21762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rates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6151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Cashback: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54480" y="261518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05409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54480" y="305409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1-day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4930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54480" y="34930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BNPL / PO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914400"/>
            <a:ext cx="2606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0" y="10515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37560" y="17373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Spend: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0" y="17373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SAR 10K / mo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217627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89120" y="21762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 Cost+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26151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Cashback: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261518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37560" y="305409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89120" y="305409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1-day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37560" y="34930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89120" y="34930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BNPL / PO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35040" y="914400"/>
            <a:ext cx="2606040" cy="3200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035040" y="10515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172200" y="17373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D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Spend: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23760" y="17373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SAR 100K / mo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72200" y="217627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D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23760" y="21762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+10% Cost+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72200" y="26151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D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Cashback: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223760" y="261518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72200" y="305409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D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223760" y="305409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1-day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72200" y="34930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D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223760" y="34930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BNPL / PO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4297680"/>
            <a:ext cx="8412480" cy="594360"/>
          </a:xfrm>
          <a:prstGeom prst="rect">
            <a:avLst/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3708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Lawazem advises clients to assess total cost including delivery savings and admin overhead — not unit price alone.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41148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Lawazem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Jarir Corporate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Officeflux (UAE)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Sary (Saudi)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Core Focus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Full B2B SaaS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Retail + Corporate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Office/AV/IT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FMCG Wholesale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Pricing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+10–15% markup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Volume discounts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Transparent B2B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Competitive wholesale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Delivery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✓  Free 1-day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✓  Free &amp; fast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✓  Reliable UAE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✓  Same/next day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Approval Workflows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✓  Full multi-level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None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Limited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None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Spend Analytics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✓  Yes (dashboards)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None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None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None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Payment / BNPL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✓  30-day / BNPL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Net-30 for top clients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Invoice (limited)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Prepaid / COD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Corporate Gifts/Events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</a:rPr>
                        <a:t>✓  Yes (unique)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Target Segment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Mid–large enterprise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All (banks, schools)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UAE corporate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SME retail/food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42062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353312"/>
            <a:ext cx="3931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All-in-one procurement SaaS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1-day delivery nationwide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approvals &amp; analytics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founding team (20+ yrs)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Fast 50 #1 ranking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14400"/>
            <a:ext cx="42062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353312"/>
            <a:ext cx="3931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10–15% product markup vs retail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public reviews / social proof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App-dependent (downtime risk)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spend thresholds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292608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2926080"/>
            <a:ext cx="420624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71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3364992"/>
            <a:ext cx="3931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into government e-procurement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demand forecasting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expansion beyond KSA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events &amp; hospitality services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92608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926080"/>
            <a:ext cx="420624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971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3364992"/>
            <a:ext cx="3931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Jarir / Amazon expanding B2B offerings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Price-sensitive SME market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replication risk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dependency concerns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Segments &amp; Use Cases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02336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7840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960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enterprises with multi-location operations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agencies, banks and hospitals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needing strict spend compliance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managing 10+ active suppliers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hosting frequent corporate events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Cash-flow-sensitive buyers (BNPL need)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91440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914400"/>
            <a:ext cx="4023360" cy="4114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97840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21808" y="960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Prefer Alternatives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029200" y="141732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Startups &amp; small firms (&lt; SAR 5K/mo spend)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Price-first buyers without complex workflows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with established supplier contracts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resistant to digital procurement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/ specialized procurement needs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321040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6187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Lawazem offers fair value — primarily for the clients it was designed for.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71907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F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10–15% premium is justified by integrated procurement controls, analytics and free 1-day delivery for high-volume enterprise buyers.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54864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146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15568" y="2542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enterprise deals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15568" y="2834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sales on mid-to-large accounts (banks, government, hospital chains) where workflow automation saves more than the markup costs.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355848"/>
            <a:ext cx="54864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35584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15568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price perception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5568" y="36758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ROI calculators showing total cost savings vs. decentralised sourcing to justify the Cost+ markup during sales cycles.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197096"/>
            <a:ext cx="54864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197096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15568" y="4224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social proof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5568" y="451713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case studies and seek independent reviews (Trustpilot / G2) to build credibility with conservative procurement teams.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Lawazem – Internal Stakeholder Review</dc:title>
  <dc:subject>PptxGenJS Presentation</dc:subject>
  <dc:creator>PptxGenJS</dc:creator>
  <cp:lastModifiedBy>PptxGenJS</cp:lastModifiedBy>
  <cp:revision>1</cp:revision>
  <dcterms:created xsi:type="dcterms:W3CDTF">2026-05-04T12:49:55Z</dcterms:created>
  <dcterms:modified xsi:type="dcterms:W3CDTF">2026-05-04T12:49:55Z</dcterms:modified>
</cp:coreProperties>
</file>